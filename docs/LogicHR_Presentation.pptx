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LogicHR: 데이터로 증명하는 인사이트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"감(Gut Feeling)이 아닌, SQL 로직으로 인사의 효율성을 증명하다"</a:t>
            </a:r>
          </a:p>
          <a:p/>
          <a:p>
            <a:r>
              <a:t>Team. 2215836-netizen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문제 정의 (Problem)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현황: 많은 기업이 단순히 '매출'이 높거나 '야근'이 많은 부서를 고성과로 착각함.</a:t>
            </a:r>
          </a:p>
          <a:p/>
          <a:p>
            <a:r>
              <a:t>Pain Point:</a:t>
            </a:r>
          </a:p>
          <a:p/>
          <a:p>
            <a:pPr lvl="1"/>
            <a:r>
              <a:t>• 인건비(투입) 대비 성과(산출)를 정량적으로 비교하기 어려움</a:t>
            </a:r>
          </a:p>
          <a:p>
            <a:pPr lvl="1"/>
            <a:r>
              <a:t>• 특정 부서에서 불필요한 연장 근무(Leakage)가 발생해도 감지 못함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솔루션 (Solution)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LogicHR: 데이터 기반 HR 의사결정 시스템</a:t>
            </a:r>
          </a:p>
          <a:p/>
          <a:p>
            <a:pPr lvl="1"/>
            <a:r>
              <a:t>• Core Engine: Python + SQLite (In-Memory DB)</a:t>
            </a:r>
          </a:p>
          <a:p>
            <a:pPr lvl="1"/>
            <a:r>
              <a:t>• Key Metric: 효율 지수 (Efficiency Index) &amp; 인건비 누수 탐지</a:t>
            </a:r>
          </a:p>
          <a:p>
            <a:pPr lvl="1"/>
            <a:r>
              <a:t>• Value: 복잡한 데이터 속에서 "비용 효율성"과 "리스크"를 즉시 추출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 1: 효율 지수 (Efficiency Index)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"단순한 성과 1등이 아니라, 가성비 1등을 찾습니다."</a:t>
            </a:r>
          </a:p>
          <a:p/>
          <a:p>
            <a:pPr lvl="1"/>
            <a:r>
              <a:t>• Logic: (목표 달성률 * 100) / (총 인건비 / 100만)</a:t>
            </a:r>
          </a:p>
          <a:p>
            <a:pPr lvl="1"/>
            <a:r>
              <a:t>• SQL 활용: JOIN으로 성과+근태 결합, Aggregation으로 비용 집계</a:t>
            </a:r>
          </a:p>
          <a:p>
            <a:pPr lvl="1"/>
            <a:r>
              <a:t>• 효과: 적은 인원으로 높은 성과를 낸 '숨은 영웅' 부서 발굴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 2: 인건비 누수 탐지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"데이터 패턴으로 돈이 새는 구멍을 막습니다."</a:t>
            </a:r>
          </a:p>
          <a:p/>
          <a:p>
            <a:pPr lvl="1"/>
            <a:r>
              <a:t>• Logic: GROUP BY day_of_week &amp; HAVING avg_hours &gt; 9</a:t>
            </a:r>
          </a:p>
          <a:p>
            <a:pPr lvl="1"/>
            <a:r>
              <a:t>• 인사이트: 특정 요일에만 야근이 폭증하지만 성과는 낮은 부서 경고(Alert)</a:t>
            </a:r>
          </a:p>
          <a:p>
            <a:pPr lvl="1"/>
            <a:r>
              <a:t>• 가치: 불필요한 초과 근무 수당 절감 및 업무 프로세스 개선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기술 아키텍처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Language: Python 3.9+</a:t>
            </a:r>
          </a:p>
          <a:p>
            <a:r>
              <a:t>• Limit: 외부 DB 서버 없이 로컬 파일/메모리에서 SQLite로 고성능 처리</a:t>
            </a:r>
          </a:p>
          <a:p>
            <a:r>
              <a:t>• Visualization: Streamlit, Plotly Express (Interactive Dashboard)</a:t>
            </a:r>
          </a:p>
          <a:p>
            <a:r>
              <a:t>• Collaboration: Git,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결론 및 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LogicHR 도입 시 기대 효과</a:t>
            </a:r>
          </a:p>
          <a:p/>
          <a:p>
            <a:pPr lvl="1"/>
            <a:r>
              <a:t>1. 비용 절감: 비효율적인 연장 근무 패턴 식별 및 개선</a:t>
            </a:r>
          </a:p>
          <a:p>
            <a:pPr lvl="1"/>
            <a:r>
              <a:t>2. 공정한 평가: 투입 비용까지 고려한 입체적인 성과 평가 가능</a:t>
            </a:r>
          </a:p>
          <a:p>
            <a:pPr lvl="1"/>
            <a:r>
              <a:t>3. 데이터 리터러시: 직관적인 대시보드와 SQL 공개로 조직 역량 강화</a:t>
            </a:r>
          </a:p>
          <a:p>
            <a:br/>
            <a:pPr>
              <a:defRPr b="1"/>
            </a:pPr>
            <a:r>
              <a:t>"LogicHR은 단순한 대시보드가 아닙니다. 조직의 건강한 성장을 돕는 나침반입니다."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